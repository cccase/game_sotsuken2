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36825" y="128750"/>
            <a:ext cx="2331300" cy="8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農園ゲーム（仮）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496200" y="128750"/>
            <a:ext cx="2331300" cy="8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1日目　春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695650" y="1041275"/>
            <a:ext cx="2379000" cy="402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マーケット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555650" y="1035025"/>
            <a:ext cx="4031400" cy="4025100"/>
          </a:xfrm>
          <a:prstGeom prst="rect">
            <a:avLst/>
          </a:prstGeom>
          <a:solidFill>
            <a:srgbClr val="7F6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畑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10 x 10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719500" y="128750"/>
            <a:ext cx="2331300" cy="80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1000 ゴールド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861250" y="1423600"/>
            <a:ext cx="2047800" cy="3479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種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 x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